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Ama Mensah-Dwumfua</a:t>
            </a:r>
          </a:p>
          <a:p>
            <a:r>
              <a:t>Project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r>
              <a:t>Businesses need a simple way to manage employee information and track attendance.</a:t>
            </a:r>
          </a:p>
          <a:p/>
          <a:p>
            <a:r>
              <a:t>Solution:</a:t>
            </a:r>
          </a:p>
          <a:p>
            <a:r>
              <a:t>The Employee Management System helps managers add employees, track attendance, and generate reports easily.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Screen</a:t>
            </a:r>
          </a:p>
        </p:txBody>
      </p:sp>
      <p:pic>
        <p:nvPicPr>
          <p:cNvPr id="3" name="Picture 2" descr="3848B21A-F9A2-4569-A685-2E6FC39962F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227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Users enter their username and password to access the system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Employee Screen</a:t>
            </a:r>
          </a:p>
        </p:txBody>
      </p:sp>
      <p:pic>
        <p:nvPicPr>
          <p:cNvPr id="3" name="Picture 2" descr="6700DAC5-AB7E-4AC4-9A87-2EDDB2A1EF7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31862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Managers can add new employees by entering their information such as name, ID, department, and salary.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Attendance Screen</a:t>
            </a:r>
          </a:p>
        </p:txBody>
      </p:sp>
      <p:pic>
        <p:nvPicPr>
          <p:cNvPr id="3" name="Picture 2" descr="04D5ED4E-02BA-43E1-B572-C531A5A4E1E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0022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Employees can clock in and clock out. The system records the time and confirms the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 Attendance Report Screen</a:t>
            </a:r>
          </a:p>
        </p:txBody>
      </p:sp>
      <p:pic>
        <p:nvPicPr>
          <p:cNvPr id="3" name="Picture 2" descr="643FC2AA-187F-4A97-9D66-52BD00C53F6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24100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Managers select a date range and generate reports showing employee work hours and attendance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improvements for the system include:</a:t>
            </a:r>
          </a:p>
          <a:p>
            <a:r>
              <a:t>• Improving the reporting features</a:t>
            </a:r>
          </a:p>
          <a:p>
            <a:r>
              <a:t>• Adding more employee management tools</a:t>
            </a:r>
          </a:p>
          <a:p>
            <a:r>
              <a:t>• Enhancing the user interface design</a:t>
            </a:r>
          </a:p>
          <a:p>
            <a:r>
              <a:t>• Improving database functionality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